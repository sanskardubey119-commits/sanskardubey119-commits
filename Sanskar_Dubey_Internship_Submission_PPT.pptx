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9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14400"/>
            <a:ext cx="109728" cy="4480560"/>
          </a:xfrm>
          <a:prstGeom prst="rect">
            <a:avLst/>
          </a:prstGeom>
          <a:solidFill>
            <a:srgbClr val="5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149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INTERNSHIP</a:t>
            </a:r>
            <a:br/>
            <a:r>
              <a:t>SUBMISSION</a:t>
            </a:r>
          </a:p>
          <a:p>
            <a:pPr>
              <a:defRPr sz="2300">
                <a:solidFill>
                  <a:srgbClr val="BED7F0"/>
                </a:solidFill>
                <a:latin typeface="Aptos"/>
              </a:defRPr>
            </a:pPr>
            <a:r>
              <a:t>Data Science Master Virtual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794760"/>
            <a:ext cx="98755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Sanskar Dubey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B.Tech CSE — Artificial Intelligence &amp; Machine Learning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IILM University, Greater Noida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Enrollment No.: 25scs1003005208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June 2026 – August 2026  |  Virtual  |  Individual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C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A structured virtual internship focused on practical data science and AI/ML foundations.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Completed an 8-week Data Science Master Virtual Internship.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Internship period: June 2026 – August 2026.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Mode: Virtual; work completed individually.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Program: AICTE Virtual Internship Program, organized by EduSkills and supported by Siemens.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Academic context: B.Tech CSE with specialization/domain in Artificial Intelligence &amp; Machine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47104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IILM University, Greater Noida  |  B.Tech CSE (AI &amp; 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C"/>
                </a:solidFill>
                <a:latin typeface="Aptos Display"/>
              </a:defRPr>
            </a:pPr>
            <a:r>
              <a:t>Internship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The internship connected classroom concepts with practical data-science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Understand the end-to-end data science workflow.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Build a foundation in data preparation and data engineering.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Apply machine learning concepts to structured data.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Understand practical AI applications and use cases.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Develop familiarity with platform administration and project-oriented workflows.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Improve analytical thinking, problem-solving, and technical documentation skills.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47104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IILM University, Greater Noida  |  B.Tech CSE (AI &amp; 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C"/>
                </a:solidFill>
                <a:latin typeface="Aptos Display"/>
              </a:defRPr>
            </a:pPr>
            <a:r>
              <a:t>Major Learning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Core areas covered during the Data Science Master internship.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685800" cy="475488"/>
          </a:xfrm>
          <a:prstGeom prst="round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9903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43C"/>
                </a:solidFill>
              </a:defRPr>
            </a:pPr>
            <a:r>
              <a:t>Data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99032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2"/>
                </a:solidFill>
              </a:defRPr>
            </a:pPr>
            <a:r>
              <a:t>Working with data workflows and structured data processes.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685800" cy="475488"/>
          </a:xfrm>
          <a:prstGeom prst="round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1343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43C"/>
                </a:solidFill>
              </a:defRPr>
            </a:pPr>
            <a:r>
              <a:t>Data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13432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2"/>
                </a:solidFill>
              </a:defRPr>
            </a:pPr>
            <a:r>
              <a:t>Preparing, cleaning, organizing and transforming data for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46120"/>
            <a:ext cx="685800" cy="475488"/>
          </a:xfrm>
          <a:prstGeom prst="round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2783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43C"/>
                </a:solidFill>
              </a:defRPr>
            </a:pPr>
            <a: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27832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2"/>
                </a:solidFill>
              </a:defRPr>
            </a:pPr>
            <a:r>
              <a:t>Understanding ML concepts and their practical application.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685800" cy="475488"/>
          </a:xfrm>
          <a:prstGeom prst="round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4223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43C"/>
                </a:solidFill>
              </a:defRPr>
            </a:pPr>
            <a:r>
              <a:t>AI Applications &amp; 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42232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2"/>
                </a:solidFill>
              </a:defRPr>
            </a:pPr>
            <a:r>
              <a:t>Connecting AI concepts with real-world applications.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74920"/>
            <a:ext cx="685800" cy="475488"/>
          </a:xfrm>
          <a:prstGeom prst="round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05663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43C"/>
                </a:solidFill>
              </a:defRPr>
            </a:pPr>
            <a:r>
              <a:t>Platform Administration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056632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2"/>
                </a:solidFill>
              </a:defRPr>
            </a:pPr>
            <a:r>
              <a:t>Understanding the supporting platform environment and workflows.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547104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IILM University, Greater Noida  |  B.Tech CSE (AI &amp; 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C"/>
                </a:solidFill>
                <a:latin typeface="Aptos Display"/>
              </a:defRPr>
            </a:pPr>
            <a:r>
              <a:t>Data Science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A practical workflow used to understand how raw data becomes useful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2461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73351"/>
            <a:ext cx="28346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C96"/>
                </a:solidFill>
              </a:defRPr>
            </a:pPr>
            <a:r>
              <a:t>01  Collect</a:t>
            </a:r>
          </a:p>
          <a:p>
            <a:pPr>
              <a:spcBef>
                <a:spcPts val="700"/>
              </a:spcBef>
              <a:defRPr sz="1100">
                <a:solidFill>
                  <a:srgbClr val="232A32"/>
                </a:solidFill>
              </a:defRPr>
            </a:pPr>
            <a:r>
              <a:t>Identify and obtain relevant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08760"/>
            <a:ext cx="32461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7" y="1673351"/>
            <a:ext cx="28346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C96"/>
                </a:solidFill>
              </a:defRPr>
            </a:pPr>
            <a:r>
              <a:t>02  Prepare</a:t>
            </a:r>
          </a:p>
          <a:p>
            <a:pPr>
              <a:spcBef>
                <a:spcPts val="700"/>
              </a:spcBef>
              <a:defRPr sz="1100">
                <a:solidFill>
                  <a:srgbClr val="232A32"/>
                </a:solidFill>
              </a:defRPr>
            </a:pPr>
            <a:r>
              <a:t>Clean, organize and transform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08760"/>
            <a:ext cx="32461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1673351"/>
            <a:ext cx="28346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C96"/>
                </a:solidFill>
              </a:defRPr>
            </a:pPr>
            <a:r>
              <a:t>03  Explore</a:t>
            </a:r>
          </a:p>
          <a:p>
            <a:pPr>
              <a:spcBef>
                <a:spcPts val="700"/>
              </a:spcBef>
              <a:defRPr sz="1100">
                <a:solidFill>
                  <a:srgbClr val="232A32"/>
                </a:solidFill>
              </a:defRPr>
            </a:pPr>
            <a:r>
              <a:t>Inspect patterns, trends and relationships.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74720"/>
            <a:ext cx="32461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639312"/>
            <a:ext cx="28346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C96"/>
                </a:solidFill>
              </a:defRPr>
            </a:pPr>
            <a:r>
              <a:t>04  Model</a:t>
            </a:r>
          </a:p>
          <a:p>
            <a:pPr>
              <a:spcBef>
                <a:spcPts val="700"/>
              </a:spcBef>
              <a:defRPr sz="1100">
                <a:solidFill>
                  <a:srgbClr val="232A32"/>
                </a:solidFill>
              </a:defRPr>
            </a:pPr>
            <a:r>
              <a:t>Apply suitable machine-learning approaches.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3474720"/>
            <a:ext cx="32461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7" y="3639312"/>
            <a:ext cx="28346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C96"/>
                </a:solidFill>
              </a:defRPr>
            </a:pPr>
            <a:r>
              <a:t>05  Evaluate</a:t>
            </a:r>
          </a:p>
          <a:p>
            <a:pPr>
              <a:spcBef>
                <a:spcPts val="700"/>
              </a:spcBef>
              <a:defRPr sz="1100">
                <a:solidFill>
                  <a:srgbClr val="232A32"/>
                </a:solidFill>
              </a:defRPr>
            </a:pPr>
            <a:r>
              <a:t>Check results and interpret model performance.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3474720"/>
            <a:ext cx="32461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3639312"/>
            <a:ext cx="28346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5C96"/>
                </a:solidFill>
              </a:defRPr>
            </a:pPr>
            <a:r>
              <a:t>06  Apply</a:t>
            </a:r>
          </a:p>
          <a:p>
            <a:pPr>
              <a:spcBef>
                <a:spcPts val="700"/>
              </a:spcBef>
              <a:defRPr sz="1100">
                <a:solidFill>
                  <a:srgbClr val="232A32"/>
                </a:solidFill>
              </a:defRPr>
            </a:pPr>
            <a:r>
              <a:t>Connect insights to a practical AI/ML use case.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547104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IILM University, Greater Noida  |  B.Tech CSE (AI &amp; ML)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C"/>
                </a:solidFill>
                <a:latin typeface="Aptos Display"/>
              </a:defRPr>
            </a:pPr>
            <a:r>
              <a:t>Practical Work &amp;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Focus areas from the internship modules.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Worked through data-science concepts from data engineering to machine learning.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Practiced the importance of data quality, preparation and transformation before modelling.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Studied how machine-learning methods can be selected for different problem types.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Explored AI applications and real-world use cases.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Developed a better understanding of how data, models and platforms fit into an end-to-end workflow.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Documented learning and connected technical concepts with the requirements of an academic internship.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47104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IILM University, Greater Noida  |  B.Tech CSE (AI &amp; 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C"/>
                </a:solidFill>
                <a:latin typeface="Aptos Display"/>
              </a:defRPr>
            </a:pPr>
            <a:r>
              <a:t>Skills &amp; Knowledge Gained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Technical and professional outcomes of the internship.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Data Science: understanding of the complete data-to-insight lifecycle.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Data Engineering: foundational understanding of data workflows.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Data Preparation: cleaning, transformation and organization of datasets.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Machine Learning: improved understanding of modelling concepts and evaluation.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Artificial Intelligence: exposure to practical AI applications and use cases.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Professional Skills: independent work, structured learning, problem solving and technical reporting.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47104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IILM University, Greater Noida  |  B.Tech CSE (AI &amp; 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C"/>
                </a:solidFill>
                <a:latin typeface="Aptos Display"/>
              </a:defRPr>
            </a:pPr>
            <a:r>
              <a:t>Key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What the internship added beyond classroom theory.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Understood why data preparation is critical before analysis and machine learning.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Learned to view AI/ML projects as end-to-end pipelines rather than isolated algorithms.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Improved ability to connect theoretical concepts with practical use cases.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Developed a more systematic approach to working with data.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Strengthened independent learning and technical communication.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47104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IILM University, Greater Noida  |  B.Tech CSE (AI &amp; 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C"/>
                </a:solidFill>
                <a:latin typeface="Aptos Display"/>
              </a:defRPr>
            </a:pPr>
            <a:r>
              <a:t>Challenges &amp; How I Addressed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Independent virtual learning required consistency and structured problem solving.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Challenge: Understanding multiple technical areas within a limited internship duration.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Approach: Broke the learning into modules and focused on one workflow at a time.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Challenge: Connecting theoretical ML concepts with practical data workflows.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Approach: Followed the complete data lifecycle from preparation through modelling and evaluation.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Challenge: Maintaining progress in a fully virtual, individual format.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Approach: Used structured self-learning, regular practice and documentation.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47104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IILM University, Greater Noida  |  B.Tech CSE (AI &amp; 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C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The internship strengthened my foundation for further work in AI, ML and data science.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Successfully completed the 8-week Data Science Master Virtual Internship.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Built foundational knowledge across data engineering, data preparation, machine learning and AI applications.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Improved independent working, analytical thinking and technical documentation.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The experience provides a stronger base for future academic projects and AI/ML development.</a:t>
            </a:r>
          </a:p>
          <a:p>
            <a:pPr>
              <a:spcAft>
                <a:spcPts val="1100"/>
              </a:spcAft>
              <a:defRPr sz="1900">
                <a:solidFill>
                  <a:srgbClr val="232A32"/>
                </a:solidFill>
                <a:latin typeface="Aptos"/>
              </a:defRPr>
            </a:pPr>
            <a:r>
              <a:t>Overall internship performance: Outstanding (O) grade.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47104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IILM University, Greater Noida  |  B.Tech CSE (AI &amp; 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C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Primary program and learning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AICTE Virtual Internship Program — program framework and internship ecosystem.</a:t>
            </a:r>
          </a:p>
          <a:p>
            <a:pPr>
              <a:spcAft>
                <a:spcPts val="11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EduSkills — Virtual Internship Program and learning resources.</a:t>
            </a:r>
          </a:p>
          <a:p>
            <a:pPr>
              <a:spcAft>
                <a:spcPts val="11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Siemens — Data Science Master internship learning track and supporting material.</a:t>
            </a:r>
          </a:p>
          <a:p>
            <a:pPr>
              <a:spcAft>
                <a:spcPts val="11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Course/module material covering Data Engineering, Data Preparation, Machine Learning, AI Applications and Platform Administration.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3"/>
                </a:solidFill>
              </a:defRPr>
            </a:pPr>
            <a:r>
              <a:t>Note: References are listed by program/source name; use the official program pages and course portal for the exact materials accessed during the internship.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547104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IILM University, Greater Noida  |  B.Tech CSE (AI &amp; 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Sanskar Dubey</a:t>
            </a:r>
          </a:p>
          <a:p>
            <a:pPr algn="ctr"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B.Tech CSE — Artificial Intelligence &amp; Machine Learning</a:t>
            </a:r>
          </a:p>
          <a:p>
            <a:pPr algn="ctr"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IILM University, Greater Noida</a:t>
            </a:r>
          </a:p>
          <a:p>
            <a:pPr algn="ctr"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Enrollment No.: 25scs1003005208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C"/>
                </a:solidFill>
                <a:latin typeface="Aptos Display"/>
              </a:defRPr>
            </a:pPr>
            <a:r>
              <a:t>INTERNSHIP COMPLETION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t>Data Science Master Virtual Internship  |  June –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1170432"/>
            <a:ext cx="9171432" cy="5468112"/>
          </a:xfrm>
          <a:prstGeom prst="rect">
            <a:avLst/>
          </a:prstGeom>
          <a:solidFill>
            <a:srgbClr val="F8F9FB"/>
          </a:solidFill>
          <a:ln w="1524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ternship_completion_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1280160"/>
            <a:ext cx="8851392" cy="524865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3"/>
                </a:solidFill>
                <a:latin typeface="Aptos"/>
              </a:defRPr>
            </a:pPr>
            <a:r>
              <a:t>IILM University, Greater Noida  |  B.Tech CSE (AI &amp; 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